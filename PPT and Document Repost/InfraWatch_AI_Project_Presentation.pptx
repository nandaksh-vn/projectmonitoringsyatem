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Team InfraWatch: Nandaksha V N (4AL23CS091) and Vishwanath (4AL23CS186).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Domains listed reflect the problem scope described by the team. The project itself is built on demo/synthetic data (see slide 5 and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assistant in the repository is a rule-based, database-grounded assistant (AiAssistantService); it does not call an external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technologies verified against pom.xml, package.json, requirements.txt and docker-compose.yml. No external LLM service is present in the repository, so none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copied from ml-service/model_comparison_report.md and models/v3_full/metrics.json. Accuracy 0.8825 shown as 0.883. Time-overrun and overall-risk-score labels are synthetic; cost dataset lacks date/milestone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RecommendationEngineService.java and application.yml (infrawatch.alert.thresholds).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taken from frontend/src/routes/AppRoutes.jsx. Screenshots were not available in the uploaded repository and were not fabricated. Insert real screenshots of Login, Dashboard, Project Detail and AI Assistant before presenting if desired.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400800" y="640080"/>
            <a:ext cx="914400" cy="2743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640080"/>
            <a:ext cx="914400" cy="45720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457200" cy="91440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858000" y="640080"/>
            <a:ext cx="457200" cy="11887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640080"/>
            <a:ext cx="457200" cy="128016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772400" y="1097280"/>
            <a:ext cx="457200" cy="82296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0"/>
            <a:ext cx="914400" cy="9144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920240"/>
            <a:ext cx="731520" cy="7315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583680" y="1828800"/>
            <a:ext cx="274320" cy="100584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498080" y="1920240"/>
            <a:ext cx="274320" cy="11887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834640"/>
            <a:ext cx="914400" cy="2743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108960"/>
            <a:ext cx="731520" cy="7315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949440" y="3108960"/>
            <a:ext cx="548640" cy="91440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834640"/>
            <a:ext cx="365760" cy="11887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229600" y="2651760"/>
            <a:ext cx="274320" cy="1188720"/>
          </a:xfrm>
          <a:prstGeom prst="line">
            <a:avLst/>
          </a:prstGeom>
          <a:noFill/>
          <a:ln w="9525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850392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51192" y="57607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103327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76479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1856232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258775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277063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304495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65592" y="3776472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3959352"/>
            <a:ext cx="128016" cy="12801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960120"/>
            <a:ext cx="82296" cy="8229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8686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1600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Predictive Analytics and Early Warning System for Infrastructure Project Monitoring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" y="2697480"/>
            <a:ext cx="4754880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INFRAWATCH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1272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Nandaksha V 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USN: 4AL23CS091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Vishwanath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USN: 4AL23CS186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ALVA’S INSTITUTE OF ENGINEERING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REAL-WORLD infrastructure projects at 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170432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1170432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1170432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1170432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1170432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170432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170432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499616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1499616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1499616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1499616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1499616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08960" y="1499616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1499616"/>
            <a:ext cx="1280160" cy="265176"/>
          </a:xfrm>
          <a:prstGeom prst="roundRect">
            <a:avLst>
              <a:gd name="adj" fmla="val 1724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1499616"/>
            <a:ext cx="12801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CHALLENGES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2194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delays and milestone slippage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escalation over approved cost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physical progress vs plan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/ progress mismatch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risks identified too late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periodic project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FF6E8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40050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describes the current status. InfraWatch AI aims to look ahead.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52160" y="822960"/>
            <a:ext cx="2926080" cy="37947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STATUS TO DECISION SUPPORT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123444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1609344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63640" y="178308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2157984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263640" y="233172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0" y="2706624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63640" y="28803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636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0" y="3255264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63640" y="342900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15200" y="3803904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263640" y="397764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6364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PROPOSED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804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1612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" y="1161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097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project master and monthly monitoring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6184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15544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planned vs actual physical &amp; financial progress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0756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2011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expenditure, approved/revised cost, milestones, dates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4688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5328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24688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cost and schedule overrun risk using ML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29900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29260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overall project risk score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0972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11612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90872" y="1161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1097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SHAP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5544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16184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90872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15544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early-warning alerts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2011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0872" y="20756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9087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2011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suggested actions for officials to review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24688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90872" y="25328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90872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24688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projects across ministries, sectors, agencies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29260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90872" y="299008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90872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0" y="29260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project assistant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3520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5760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289304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436522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436522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60066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507285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507285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30829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578047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578047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01591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648810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48810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572354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719572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719572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43116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790334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90334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713878" y="4160520"/>
            <a:ext cx="138074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861097" y="38404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861097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EAF1F7"/>
          </a:solidFill>
          <a:ln w="12700">
            <a:solidFill>
              <a:srgbClr val="0FA3B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8595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db · backend · ml-service · 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115568"/>
            <a:ext cx="3337560" cy="411480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1115568"/>
            <a:ext cx="3337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 (Vite, served via Nginx)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86100" y="1536192"/>
            <a:ext cx="0" cy="22860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15468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3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847088"/>
            <a:ext cx="4800600" cy="329184"/>
          </a:xfrm>
          <a:prstGeom prst="roundRect">
            <a:avLst>
              <a:gd name="adj" fmla="val 13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184708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 (Java 21)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2494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24942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55064" y="22494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55064" y="224942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24328" y="22494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24328" y="224942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Alert Engine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93592" y="22494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93592" y="224942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62856" y="22494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224942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(rule-based)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71600" y="2752344"/>
            <a:ext cx="0" cy="27432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2752344"/>
            <a:ext cx="0" cy="27432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3035808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035808"/>
            <a:ext cx="1371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035808"/>
            <a:ext cx="31089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0FA3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090672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06040" y="3090672"/>
            <a:ext cx="2926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 (Python, FastAPI)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24328" y="3474720"/>
            <a:ext cx="896112" cy="411480"/>
          </a:xfrm>
          <a:prstGeom prst="roundRect">
            <a:avLst>
              <a:gd name="adj" fmla="val 11111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24328" y="3474720"/>
            <a:ext cx="8961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84448" y="3474720"/>
            <a:ext cx="896112" cy="411480"/>
          </a:xfrm>
          <a:prstGeom prst="roundRect">
            <a:avLst>
              <a:gd name="adj" fmla="val 11111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84448" y="3474720"/>
            <a:ext cx="8961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44568" y="3474720"/>
            <a:ext cx="896112" cy="411480"/>
          </a:xfrm>
          <a:prstGeom prst="roundRect">
            <a:avLst>
              <a:gd name="adj" fmla="val 11111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44568" y="3474720"/>
            <a:ext cx="8961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69080" y="3904488"/>
            <a:ext cx="0" cy="155448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624328" y="4078224"/>
            <a:ext cx="2889504" cy="365760"/>
          </a:xfrm>
          <a:prstGeom prst="roundRect">
            <a:avLst>
              <a:gd name="adj" fmla="val 125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24328" y="4078224"/>
            <a:ext cx="28895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risk factors → back to backend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projects, monthly data, milestones, predictions, alerts, recommendations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9320" y="82296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9320" y="877824"/>
            <a:ext cx="45720" cy="457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26480" y="8412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React Router, Axios, Tailwind CSS, Recharts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146304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1517904"/>
            <a:ext cx="4572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26480" y="14813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Boot, Spring Security, JWT, Spring Data JPA / Hibernate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89320" y="210312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2157984"/>
            <a:ext cx="45720" cy="457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26480" y="21214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89320" y="274320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2798064"/>
            <a:ext cx="4572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26480" y="276148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Pandas, NumPy, Scikit-learn, XGBoost, SHAP, Joblib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89320" y="338328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3438144"/>
            <a:ext cx="45720" cy="457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26480" y="34015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89320" y="402336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4078224"/>
            <a:ext cx="4572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126480" y="40416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Docker Compose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MACHINE LEARNING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023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868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MASTER DATA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1155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 &amp; name · ministry · sector · agency · approved / revised cost · expenditure · start / completion dates · physical &amp; financial 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MONITORING DATA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 physical progress · planned vs actual financial progress · monthly &amp; cumulative expenditure · milestones planned / delayed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154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10712"/>
            <a:ext cx="1965960" cy="1252728"/>
          </a:xfrm>
          <a:prstGeom prst="roundRect">
            <a:avLst>
              <a:gd name="adj" fmla="val 4380"/>
            </a:avLst>
          </a:prstGeom>
          <a:solidFill>
            <a:srgbClr val="EEF3F8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56432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</a:t>
            </a:r>
            <a:endParaRPr lang="en-US" sz="10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CUF-only features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MaterialCost, LaborCost, EquipmentCost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23160" y="3410712"/>
            <a:ext cx="1965960" cy="1252728"/>
          </a:xfrm>
          <a:prstGeom prst="roundRect">
            <a:avLst>
              <a:gd name="adj" fmla="val 4380"/>
            </a:avLst>
          </a:prstGeom>
          <a:solidFill>
            <a:srgbClr val="E3F4F6"/>
          </a:solidFill>
          <a:ln w="9525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3456432"/>
            <a:ext cx="1801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</a:t>
            </a:r>
            <a:endParaRPr lang="en-US" sz="10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 + engineered features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gap, cost growth %, spend/budget ratio, delayed-milestone ratio, elapsed &amp; remaining months, schedule consumption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8229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RESULTS (from repository evaluation, v3.0.0)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10698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Compared: Logistic Regression · Decision Tree · Random Forest · XGBoost. Best Experiment-B model selected per target. SHAP gives global and per-prediction feature contributions.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(Exp. 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B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Exp.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overrun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(classification)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0.995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0.983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0.842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(Random Forest)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overrun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(classification)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0.883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0.831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(XGBoost)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risk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(regression)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0.841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4.92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(Random Forest)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0" y="3584448"/>
            <a:ext cx="4206240" cy="1078992"/>
          </a:xfrm>
          <a:prstGeom prst="roundRect">
            <a:avLst>
              <a:gd name="adj" fmla="val 5085"/>
            </a:avLst>
          </a:prstGeom>
          <a:solidFill>
            <a:srgbClr val="FFF6E8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81728" y="362102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caveats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model: public Kaggle dataset (1,000 rows); progress simulated.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risk-score models: synthetic seeded labels (4,000 rows).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 experiment-B gain, not real-world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EARLY WARNING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26464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92885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92885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3589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20010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20010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0714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47134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47134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07838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74259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74259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4963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01384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1384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62088" y="1092708"/>
            <a:ext cx="157277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28509" y="841248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28509" y="841248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1481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INDICATORS → ALERTS (rules engine, configurable thresholds)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5257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trigger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− actual physical &gt; 10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B0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deterioration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widens vs previous 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B0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vs approved cost &gt; 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Expenditure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% exceeds progress by &gt; 15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milestones &gt;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B0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&lt; 80% and &lt; 30 days left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up &gt; 10 vs previous prediction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365760" y="427939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alerts also fire when predicted cost/time overrun probability &gt; 0.60, and “High Risk” when overall score &gt; 70.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852160" y="1481328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8932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61888" y="184708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FA36B"/>
          </a:solidFill>
          <a:ln w="12700">
            <a:solidFill>
              <a:srgbClr val="3FA36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61888" y="1847088"/>
            <a:ext cx="658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665976" y="184708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0B02B"/>
          </a:solidFill>
          <a:ln w="12700">
            <a:solidFill>
              <a:srgbClr val="E0B02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65976" y="1847088"/>
            <a:ext cx="658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370064" y="184708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70064" y="1847088"/>
            <a:ext cx="658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074152" y="184708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74152" y="1847088"/>
            <a:ext cx="658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852160" y="251460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8932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 FOR REVIEW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989320" y="281635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resource allocation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critical-path activities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delayed dependencies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spend/progress mismatch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procurement / contract status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852160" y="4005072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FF6E8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943600" y="40233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project-configured defaults, not official government thresholds. Actions are suggestions, not guaranteed solutions.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8229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USER WORKFLOW (screens in the React application)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1556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122529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role-based access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68296" y="157276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87168" y="111556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11556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96896" y="122529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distribution, KPI cards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9704" y="157276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08576" y="111556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11556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8304" y="122529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predictions, SHAP factors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1112" y="157276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9984" y="111556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111556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9712" y="122529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risk comparison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16712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6712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" y="227685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 and ML-driven alerts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68296" y="262432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487168" y="216712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216712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96896" y="227685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 for review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89704" y="262432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08576" y="216712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2167128"/>
            <a:ext cx="1993392" cy="5486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18304" y="227685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project Q&amp;A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11112" y="2624328"/>
            <a:ext cx="109728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729984" y="2167128"/>
            <a:ext cx="1993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2167128"/>
            <a:ext cx="1993392" cy="5486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39712" y="227685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 vs B comparison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65760" y="3310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CAPABILITIES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584448"/>
            <a:ext cx="1217981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584448"/>
            <a:ext cx="1217981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75181" y="3584448"/>
            <a:ext cx="1503274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75181" y="3584448"/>
            <a:ext cx="150327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monitoring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69894" y="3584448"/>
            <a:ext cx="1574597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69894" y="3584448"/>
            <a:ext cx="1574597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35931" y="3584448"/>
            <a:ext cx="1146658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35931" y="3584448"/>
            <a:ext cx="114665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4029" y="3584448"/>
            <a:ext cx="647395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74029" y="3584448"/>
            <a:ext cx="647395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12864" y="3584448"/>
            <a:ext cx="1289304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12864" y="3584448"/>
            <a:ext cx="128930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913632"/>
            <a:ext cx="1217981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5760" y="3913632"/>
            <a:ext cx="1217981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75181" y="3913632"/>
            <a:ext cx="1431950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675181" y="3913632"/>
            <a:ext cx="143195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98571" y="3913632"/>
            <a:ext cx="1075334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98571" y="3913632"/>
            <a:ext cx="107533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65346" y="3913632"/>
            <a:ext cx="1289304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365346" y="3913632"/>
            <a:ext cx="128930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upload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46090" y="3913632"/>
            <a:ext cx="1645920" cy="265176"/>
          </a:xfrm>
          <a:prstGeom prst="roundRect">
            <a:avLst>
              <a:gd name="adj" fmla="val 1724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46090" y="3913632"/>
            <a:ext cx="16459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evaluation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365760" y="43708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to be inserted from the running application. None were present in the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73152" cy="182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9525">
            <a:solidFill>
              <a:srgbClr val="D3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 |  Alva’s Institute of Engineering &amp; Technology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1148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896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1521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AI is an AI-powered decision-support approach for monitoring infrastructure projects.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monitoring + monthly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48256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SHAP explainability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+ suggested actions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670048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project assistant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3063240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306324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MONITORING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3360420"/>
            <a:ext cx="0" cy="82296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5840" y="3447288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3447288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MONITORING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3744468"/>
            <a:ext cx="0" cy="82296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" y="3831336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3831336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MONITORING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4128516"/>
            <a:ext cx="0" cy="82296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" y="4215384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4215384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8229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D3DC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896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17043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official infrastructure datasets / APIs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 historical project data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time-series modelling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risk indicators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on new monitoring data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cross-project analytics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cloud deployment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(LLM-based) AI assistant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7033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MoSPI / PAIMANA integration is claimed.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InfraWatch AI Project Presentation</dc:title>
  <dc:subject>PptxGenJS Presentation</dc:subject>
  <dc:creator>PptxGenJS</dc:creator>
  <cp:lastModifiedBy>PptxGenJS</cp:lastModifiedBy>
  <cp:revision>1</cp:revision>
  <dcterms:created xsi:type="dcterms:W3CDTF">2026-09-30T04:34:15Z</dcterms:created>
  <dcterms:modified xsi:type="dcterms:W3CDTF">2026-09-30T04:34:15Z</dcterms:modified>
</cp:coreProperties>
</file>